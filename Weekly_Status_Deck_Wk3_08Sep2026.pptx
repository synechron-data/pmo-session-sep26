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Status Update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08 September 2026  |  Technizer PMO Steering Committee Review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RAG Summary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  <a:gridCol w="2057400"/>
                <a:gridCol w="205740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Origination Revamp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Bhatia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 Bhatia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Portal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E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 Upgrade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Self-Service Portal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Joshi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E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KYC Enhancement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Kapoor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Analytics Rollout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Iyer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Snapshot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937760"/>
        </p:xfrm>
        <a:graphic>
          <a:graphicData uri="http://schemas.openxmlformats.org/drawingml/2006/table">
            <a:tbl>
              <a:tblPr/>
              <a:tblGrid>
                <a:gridCol w="3931920"/>
                <a:gridCol w="2560320"/>
                <a:gridCol w="2468880"/>
                <a:gridCol w="210312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Budget (INR)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Spend to Date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vs. Progress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Origination Revamp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Dashboard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Portal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 Upgrade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Self-Service Portal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KYC Enhancement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Analytics Rollout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+61.9%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vs. Progress compares actual spend to date against what the plan implies for this stage of completion. L = INR lakh.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Watch Items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206240"/>
        </p:xfrm>
        <a:graphic>
          <a:graphicData uri="http://schemas.openxmlformats.org/drawingml/2006/table">
            <a:tbl>
              <a:tblPr/>
              <a:tblGrid>
                <a:gridCol w="2926080"/>
                <a:gridCol w="5394960"/>
                <a:gridCol w="1280160"/>
                <a:gridCol w="14630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/ Issue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migration approach not yet approved by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Origination Revamp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may miss API delivery date again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Rohan Mehta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KYC Enhancement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Third-party ID verification API still in beta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Neha Kapoor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Reporting Upgrade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 may change submission format before release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Amit Deshmukh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vendor SME on extended 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Kulkarni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Onboarding Portal: escalate Legal sign-off timeline to sponsor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 Revamp: confirm revised vendor delivery date before next review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KYC Enhancement: track third-party API certification status weekly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Upgrade: prepare for regulator preview session on 12-Oct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2026-09-16T09:27:15Z</dcterms:created>
  <dcterms:modified xsi:type="dcterms:W3CDTF">2026-09-16T09:27:15Z</dcterms:modified>
</cp:coreProperties>
</file>